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981" y="1637454"/>
            <a:ext cx="45720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MONITOR DE SISTEMAS OPERACIONAIS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61981" y="3446218"/>
            <a:ext cx="45720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9A0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Tutorial passo a passo com Node.js e Express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085" y="1178719"/>
            <a:ext cx="277177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PREPARAÇÃO DO AMBIENTE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16903"/>
            <a:ext cx="39147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Node.js LTS: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motor de execução essencial.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Baixe a versão estável para garantir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compatibilidade total.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2428429"/>
            <a:ext cx="3914775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Git: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Ferramenta fundamental para controle de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versão e automatização do deploy futuro.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3088500"/>
            <a:ext cx="391477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VS Code: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Editor recomendado. Oferece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extensões poderosas para depuração de código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1500" y="4028601"/>
            <a:ext cx="32021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Verifique seu ambiente no terminal com: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1500" y="4269339"/>
            <a:ext cx="66009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 -v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231599" y="4285413"/>
            <a:ext cx="17680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408407" y="4269339"/>
            <a:ext cx="5658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-v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725" y="1359740"/>
            <a:ext cx="277177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INICIANDO O PROJETO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31178"/>
            <a:ext cx="2914650" cy="29146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24303" y="1616915"/>
            <a:ext cx="77509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NPM Init: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99400" y="1616915"/>
            <a:ext cx="353972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Comece criando o manifesto do projeto com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4024303" y="1829079"/>
            <a:ext cx="1151595" cy="27146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8" name="Text 4"/>
          <p:cNvSpPr/>
          <p:nvPr/>
        </p:nvSpPr>
        <p:spPr>
          <a:xfrm>
            <a:off x="4024303" y="1829079"/>
            <a:ext cx="1151595" cy="27146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init -y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175898" y="1873727"/>
            <a:ext cx="94654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Isso gera 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122445" y="1829079"/>
            <a:ext cx="1245887" cy="27146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1" name="Text 7"/>
          <p:cNvSpPr/>
          <p:nvPr/>
        </p:nvSpPr>
        <p:spPr>
          <a:xfrm>
            <a:off x="6122445" y="1829079"/>
            <a:ext cx="1245887" cy="27146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package.json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368332" y="1873727"/>
            <a:ext cx="3393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024303" y="2287702"/>
            <a:ext cx="173771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Framework Express: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762020" y="2287702"/>
            <a:ext cx="227885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Instale nossa base web com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024303" y="2243054"/>
            <a:ext cx="4356627" cy="528275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6" name="Text 12"/>
          <p:cNvSpPr/>
          <p:nvPr/>
        </p:nvSpPr>
        <p:spPr>
          <a:xfrm>
            <a:off x="4024303" y="2243054"/>
            <a:ext cx="4356627" cy="52827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install express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95944" y="2544514"/>
            <a:ext cx="27074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gerenciar rotas e requisições.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024303" y="2958489"/>
            <a:ext cx="101084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Clean Repo: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35144" y="2958489"/>
            <a:ext cx="99655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 o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31697" y="2913841"/>
            <a:ext cx="1057303" cy="27146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21" name="Text 17"/>
          <p:cNvSpPr/>
          <p:nvPr/>
        </p:nvSpPr>
        <p:spPr>
          <a:xfrm>
            <a:off x="6031697" y="2913841"/>
            <a:ext cx="1057303" cy="27146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.gitignore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7089000" y="2958489"/>
            <a:ext cx="11287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ignorar a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024303" y="3215301"/>
            <a:ext cx="47148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pasta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495791" y="3170653"/>
            <a:ext cx="1245887" cy="27146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25" name="Text 21"/>
          <p:cNvSpPr/>
          <p:nvPr/>
        </p:nvSpPr>
        <p:spPr>
          <a:xfrm>
            <a:off x="4495791" y="3170653"/>
            <a:ext cx="1245887" cy="27146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node_modules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741677" y="3215301"/>
            <a:ext cx="23145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mantendo o repositório leve.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 CORAÇÃO DA APLICAÇÃO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588340"/>
            <a:ext cx="4548169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Arquivo index.js: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ponto de entrada onde toda a lógica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servidor e monitoramento será concentrada.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71500" y="2276987"/>
            <a:ext cx="9679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Módulo OS: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539478" y="2276987"/>
            <a:ext cx="323790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Biblioteca nativa do Node.js que permite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71500" y="2533799"/>
            <a:ext cx="155019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extrair dados como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121694" y="2503438"/>
            <a:ext cx="1311604" cy="242888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9" name="Text 6"/>
          <p:cNvSpPr/>
          <p:nvPr/>
        </p:nvSpPr>
        <p:spPr>
          <a:xfrm>
            <a:off x="2121694" y="2503438"/>
            <a:ext cx="1311604" cy="2428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os.totalmem()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433297" y="2533799"/>
            <a:ext cx="7500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08307" y="2503438"/>
            <a:ext cx="1311604" cy="242888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2" name="Text 9"/>
          <p:cNvSpPr/>
          <p:nvPr/>
        </p:nvSpPr>
        <p:spPr>
          <a:xfrm>
            <a:off x="3508307" y="2503438"/>
            <a:ext cx="1311604" cy="2428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os.platform()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819910" y="2533799"/>
            <a:ext cx="13573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1500" y="2760250"/>
            <a:ext cx="934408" cy="242888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760250"/>
            <a:ext cx="934408" cy="2428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os.cpus()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505908" y="2790611"/>
            <a:ext cx="3393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1500" y="3170653"/>
            <a:ext cx="4548169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Monitoramento Real: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Transformamos chamadas de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em informações legíveis para o usuário final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através da Web.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1431178"/>
            <a:ext cx="291465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LÓGICA DE MONITORAMENTO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22273"/>
            <a:ext cx="147339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Rotas Dinâmicas: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044898" y="1622273"/>
            <a:ext cx="240923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Configuramos a rota principal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454128" y="1591912"/>
            <a:ext cx="180045" cy="242888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7" name="Text 4"/>
          <p:cNvSpPr/>
          <p:nvPr/>
        </p:nvSpPr>
        <p:spPr>
          <a:xfrm>
            <a:off x="4454128" y="1591912"/>
            <a:ext cx="180045" cy="2428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634173" y="1622273"/>
            <a:ext cx="3893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" y="1873727"/>
            <a:ext cx="436125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processar requisições assíncronas e retornar o status do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1500" y="2125182"/>
            <a:ext cx="64472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1500" y="2533799"/>
            <a:ext cx="133409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Geolocalização: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05595" y="2533799"/>
            <a:ext cx="310574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Utilizamos a Fetch API para consultar 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71500" y="2790611"/>
            <a:ext cx="59114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serviço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162645" y="2760250"/>
            <a:ext cx="1028728" cy="242888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5" name="Text 12"/>
          <p:cNvSpPr/>
          <p:nvPr/>
        </p:nvSpPr>
        <p:spPr>
          <a:xfrm>
            <a:off x="1162645" y="2760250"/>
            <a:ext cx="1028728" cy="242888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ip-api.com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191373" y="2790611"/>
            <a:ext cx="271998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identificando o país de origem do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1500" y="3042065"/>
            <a:ext cx="281106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 através do seu endereço IP.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71500" y="3422107"/>
            <a:ext cx="4548169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Consolidação de Dados: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monitor une as métricas de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(CPU, RAM, Uptime) com a localização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geográfica em uma única resposta HTML simplificada.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975" y="1431178"/>
            <a:ext cx="3057525" cy="3057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EXECUÇÃO E VALIDAÇÃO LOCAL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22273"/>
            <a:ext cx="17680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Iniciando o Servidor: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339578" y="1622273"/>
            <a:ext cx="71080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050381" y="1577625"/>
            <a:ext cx="1340179" cy="27146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7" name="Text 4"/>
          <p:cNvSpPr/>
          <p:nvPr/>
        </p:nvSpPr>
        <p:spPr>
          <a:xfrm>
            <a:off x="3050381" y="1577625"/>
            <a:ext cx="1340179" cy="27146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 index.js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1500" y="1873727"/>
            <a:ext cx="348079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terminal. O console deve confirmar que 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71500" y="2125182"/>
            <a:ext cx="288607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 está rodando na porta 3000.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71500" y="2533799"/>
            <a:ext cx="171985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Acesso via Browser: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91358" y="2533799"/>
            <a:ext cx="40898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Abra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1500" y="2745963"/>
            <a:ext cx="2094570" cy="271463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2745963"/>
            <a:ext cx="2094570" cy="27146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http://localhost:3000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666070" y="2790611"/>
            <a:ext cx="96262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Você verá 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1500" y="3042065"/>
            <a:ext cx="336113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com as métricas do seu próprio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71500" y="3293520"/>
            <a:ext cx="101798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computador.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1500" y="3673562"/>
            <a:ext cx="3857625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Validação de Dados: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Verifique se o Hostname e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Memória Livre batem com as informações do </a:t>
            </a: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 sistema operacional.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1431178"/>
            <a:ext cx="291465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PUBLICAÇÃO E DEPLOY NA NUVEM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45490"/>
            <a:ext cx="247648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2374153"/>
            <a:ext cx="247648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CONEXÃO GITHUB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725982"/>
            <a:ext cx="247648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Acesse o Render e conecte sua conta do GitHub. Selecione o repositório onde você enviou o código do monitor.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33731" y="1645490"/>
            <a:ext cx="247650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3333731" y="2374153"/>
            <a:ext cx="24765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CONFIGURAÇÃO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33731" y="2752772"/>
            <a:ext cx="24735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Defina o Runtime como Node. Use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3731" y="2968870"/>
            <a:ext cx="934408" cy="203597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1" name="Text 8"/>
          <p:cNvSpPr/>
          <p:nvPr/>
        </p:nvSpPr>
        <p:spPr>
          <a:xfrm>
            <a:off x="3333731" y="2968870"/>
            <a:ext cx="934408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npm install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68139" y="2981372"/>
            <a:ext cx="89654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o Build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33731" y="3209972"/>
            <a:ext cx="9286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 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62419" y="3197470"/>
            <a:ext cx="1088724" cy="203597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5" name="Text 12"/>
          <p:cNvSpPr/>
          <p:nvPr/>
        </p:nvSpPr>
        <p:spPr>
          <a:xfrm>
            <a:off x="4262419" y="3197470"/>
            <a:ext cx="1088724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4F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node index.js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51143" y="3209972"/>
            <a:ext cx="3536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33731" y="3438572"/>
            <a:ext cx="130373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Start Command.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095991" y="1645490"/>
            <a:ext cx="2476509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</a:t>
            </a:r>
            <a:endParaRPr lang="en-US" sz="3300" dirty="0"/>
          </a:p>
        </p:txBody>
      </p:sp>
      <p:sp>
        <p:nvSpPr>
          <p:cNvPr id="19" name="Text 16"/>
          <p:cNvSpPr/>
          <p:nvPr/>
        </p:nvSpPr>
        <p:spPr>
          <a:xfrm>
            <a:off x="6095991" y="2374153"/>
            <a:ext cx="247650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LANÇAMENTO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5991" y="2725982"/>
            <a:ext cx="24765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 em "Deploy Web Service". O Render criará uma URL pública para que qualquer pessoa acesse seu monitor online.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LOCAL VS. SERVIDOR REMOTO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45490"/>
            <a:ext cx="2400300" cy="494705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645490"/>
            <a:ext cx="2400300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4F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RECURSO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971800" y="1645490"/>
            <a:ext cx="2518256" cy="494705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7" name="Text 4"/>
          <p:cNvSpPr/>
          <p:nvPr/>
        </p:nvSpPr>
        <p:spPr>
          <a:xfrm>
            <a:off x="2971800" y="1645490"/>
            <a:ext cx="2518256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4F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AMBIENTE LOCAL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90056" y="1645490"/>
            <a:ext cx="3082444" cy="494705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9" name="Text 6"/>
          <p:cNvSpPr/>
          <p:nvPr/>
        </p:nvSpPr>
        <p:spPr>
          <a:xfrm>
            <a:off x="5490056" y="1645490"/>
            <a:ext cx="3082444" cy="49470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4F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AMBIENTE RENDER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" y="2140195"/>
            <a:ext cx="2400300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Sistema Operacional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971800" y="2140195"/>
            <a:ext cx="2518256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 / macOS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90056" y="2140195"/>
            <a:ext cx="3082444" cy="50184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Linux (Ubuntu/Debian)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71500" y="2642043"/>
            <a:ext cx="2400300" cy="7179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Localização Geográfica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71800" y="2642043"/>
            <a:ext cx="2518256" cy="7179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Sua rede local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490056" y="2642043"/>
            <a:ext cx="3082444" cy="7179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EUA / Europa (Datacenter)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1500" y="3359990"/>
            <a:ext cx="2400300" cy="5089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Recursos de Hardware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71800" y="3359990"/>
            <a:ext cx="2518256" cy="5089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Físico Real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90056" y="3359990"/>
            <a:ext cx="3082444" cy="5089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Instância Virtualizada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71500" y="3868982"/>
            <a:ext cx="2400300" cy="5089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Arquitetura CPU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971800" y="3868982"/>
            <a:ext cx="2518256" cy="5089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x64 / ARM64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90056" y="3868982"/>
            <a:ext cx="3082444" cy="50899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x64 (Padrão Cloud)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132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CONCLUSÃO E INSIGHTS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845515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VERSATILIDADE TÉCNICA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1500" y="2245565"/>
            <a:ext cx="378618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Node.js prova ser uma ferramenta excepcional para lidar com hardware e rede simultaneamente, permitindo criar ferramentas de infraestrutura com poucas linhas de código.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71500" y="3465695"/>
            <a:ext cx="3786188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portabilidade do código entre Windows, Mac e Linux demonstra a robustez do ecossistema JavaScript moderno para aplicações de servidor.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86313" y="1845515"/>
            <a:ext cx="37861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A03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86313" y="2245565"/>
            <a:ext cx="378618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desafio extra, experimente adicionar uma interface gráfica com Chart.js para visualizar o uso de CPU ao longo do tempo ou configurar alertas de memória via e-mail.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786313" y="3494270"/>
            <a:ext cx="360402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 sempre seu progresso salvando 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86313" y="3751083"/>
            <a:ext cx="198774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do projeto como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74061" y="3735009"/>
            <a:ext cx="8486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MANUAL.md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22744" y="3751083"/>
            <a:ext cx="79831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raiz do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86313" y="4002537"/>
            <a:ext cx="146089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 repositório Git.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1500" y="4536281"/>
            <a:ext cx="2143125" cy="4643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4536281"/>
            <a:ext cx="2143125" cy="7144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4536281"/>
            <a:ext cx="2143125" cy="46434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Projeto: Monitor de SO</a:t>
            </a:r>
            <a:r>
              <a:rPr lang="en-US" sz="950" dirty="0">
                <a:solidFill>
                  <a:srgbClr val="0B1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r>
              <a:rPr lang="en-US" sz="950" dirty="0">
                <a:solidFill>
                  <a:srgbClr val="0B1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Tecnologia: Node.js + Express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2026-04-27T14:03:05Z</dcterms:created>
  <dcterms:modified xsi:type="dcterms:W3CDTF">2026-04-27T14:03:05Z</dcterms:modified>
</cp:coreProperties>
</file>